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280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 i="0">
                <a:solidFill>
                  <a:srgbClr val="D8A24A"/>
                </a:solidFill>
                <a:latin typeface="Calibri"/>
              </a:rPr>
              <a:t>FROM ZERO TO PRO  -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600" b="1" i="0">
                <a:solidFill>
                  <a:srgbClr val="FBF6EC"/>
                </a:solidFill>
                <a:latin typeface="Georgia"/>
              </a:rPr>
              <a:t>Stocks, Soups &amp; the Five Mother Sauces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0" i="1">
                <a:solidFill>
                  <a:srgbClr val="F0E6D2"/>
                </a:solidFill>
                <a:latin typeface="Calibri"/>
              </a:rPr>
              <a:t>Stocks, roux, and the five mother sauces are the classical backbone of most Western cooking.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Weeks 7-8  -  watch, study, cook, reflect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04  -  WEEKS 7-8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By the end of this module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Make clear stock and understand the roux.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6207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Produce the five mother sauces and several derivatives.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Build soups: pureed, brothy, and creamed.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Balance, season, and adjust a sauce to finish.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Stocks: The Foundation of Flavor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Make a clear, flavorful stock from bones and aromatics.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Start in cold water and heat slowly for a clear stock.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Simmer gently and skim; a hard boil makes it cloudy and greasy.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Mirepoix (onion, carrot, celery, 2:1:1) is the standard aromatic base.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Reduce hard to make glace - intense, freezable flavor.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Combine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Cover bones and mirepoix with cold water.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Heat slowly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Bring up to a bare simmer, never a boil.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Skim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Remove foam and fat as they rise to the top.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Strain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After several hours, strain and cool quickly.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Roux and Thickening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Cook roux to the right color and thicken liquids smoothly.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Roux = 1:1 fat to flour by weight.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White, blond, and brown roux: darker = more flavor but less thickening power.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Avoid lumps: contrast temperatures and whisk constantly.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Cook out the raw-flour taste before judging the sauce.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Melt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Melt fat (usually butter) over medium heat.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Stir in flour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Add equal weight of flour; stir into a smooth paste.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Cook to the color you want, stirring.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Add liquid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Whisk in liquid gradually and bring to a simmer to thicken.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The Five Mother Sauces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Produce the five classical mother sauces and a derivative of 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Bechamel = milk + white roux.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Veloute = white stock + blond roux; Espagnole = brown stock + brown roux + tomato.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Tomato = tomatoes + aromatics; Hollandaise = yolk + butter + acid emulsion.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Derivatives are small additions to a mother (e.g., mornay = bechamel + cheese).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Breaking hollandaise by adding butter too fast or letting it get too hot.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Under-seasoning a bechamel - milk sauces need salt and nutmeg.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Skipping the cook-out so the sauce tastes of raw flour.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4.4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Soups, Emulsions, and Rescues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Build soups, understand emulsions, and fix a broken sauce.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Soup shapes: brothy, pureed, creamed - all begin by sweating aromatics.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Season soups at the end and taste repeatedly as they reduce.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Emulsions break from speed or wrong temperature.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Rescue a break by re-emulsifying slowly into a fresh 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Sweat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Soften aromatics in fat without browning.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Simmer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Add liquid and main ingredients; cook until tender.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Blend or leave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Puree for a smooth soup, or leave brothy.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Finish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Adjust salt and acid; enrich with cream if desired.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04  -  WEEKS 7-8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Practice &amp;  homework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Make one stock from scratch and reduce part of it to a glace.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Produce a bechamel and turn it into a mornay; note the ratio you used.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Make and rescue a deliberately 'broken' hollandaise.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04  -  WEEKS 7-8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Watch &amp;  learn (free)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1252728" y="2423160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24942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Jacques Pepin - Techniques &amp; More (KQED)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https://www.youtube.com/playlist?list=PL435B8F0CB00AF764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392424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252728" y="3483864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The Complete Pepin Archive (Jacques Pepin Foundation)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https://jp.foundation/video-series/complete-pepin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453128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252728" y="4544568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708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Brian Lagerstrom (ex-restaurant pro, approachable)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27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https://www.youtube.com/@BrianLagerstrom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5175504" y="123444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4104" y="146304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5504" y="1828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 i="1">
                <a:solidFill>
                  <a:srgbClr val="FBF6EC"/>
                </a:solidFill>
                <a:latin typeface="Georgia"/>
              </a:rPr>
              <a:t>Stocks, roux, and the five mother sauces are the classical backbone of most Western cooking.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0" i="0">
                <a:solidFill>
                  <a:srgbClr val="F0E6D2"/>
                </a:solidFill>
                <a:latin typeface="Calibri"/>
              </a:rPr>
              <a:t>Next up - Module 05: Eggs, Dairy &amp; Breakfast Mastery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FROM ZERO TO PRO  -  THE SELF-TAUGHT CHEF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