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The Professional Kitchen: Line, Plating &amp; Career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Bring it all together at professional pace: timing, plating, and a real path into the industry.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22-24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Run a 'service': cook multiple dishes to land together, hot and on time.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Plate with composition, height, sauce, and garnish.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Understand the brigade system and kitchen roles.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Plan a realistic path: stages, apprenticeships, portfolio, certifications.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Mise en Place at Scale and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multiple dishes so they finish together, hot and on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Prep and arrange all components before service begins.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backward from serving time; know what holds and what fires late.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'Firing' = starting final cooks so components peak together.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Sequencing multiple dishes is a practiced skill, not a talent.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Make every component you can ahead; label and store.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Write a backward schedule from serving time.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Set the station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Arrange tools and components for the firing order.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Start final cooks in sequence so everything lands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Plating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Plate with composition, height, sauce, and garnish.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Establish a focal point and use negative space.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Build height and layers; place sauce with intention.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Garnish must be edible and relevant, not mere decoration.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Wipe the plate clean; every element should earn its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Overcrowding the plate so nothing stands out.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Drowning the dish in sauce instead of placing it.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Garnishing with inedible or pointless flourishes.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Brigade and Kitchen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Understand how professional kitchens are organized.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The brigade is the kitchen's hierarchy of stations and roles.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Chef de cuisine leads; sous chef is second; chefs de partie run stations.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Stations include saucier, poissonnier, garde manger, and patissier.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Clear roles and crisp communication keep service coordinated.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Assuming a kitchen is a free-for-all rather than a structured team.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Not knowing the common station names when you walk 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Underestimating how much teamwork drives a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12.4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Your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Plan a realistic route into professional cooking.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Many chefs are self-taught; demonstrated skill and reliability matter most.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stage (working trial) is a common way in - and a way to learn.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Build a portfolio: photos, menus, and recipes of your work.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Pick a target - line cook, private chef, caterer - and plan toward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Waiting to feel 'ready' instead of seeking real kitchen experience.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No portfolio or record of what you can do.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Drifting without a concrete next step or target role.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a full three-course meal for guests, plated, all landing on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Photograph your three best plates and write a short tasting note for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Draft a 12-month plan: skills to drill, a target stage, and a portfolio outline.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12  -  WEEKS 22-24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Brian Lagerstrom (ex-restaurant pro, approachable)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https://www.youtube.com/@BrianLagerstrom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ChefSteps (modern technique &amp; sous vide)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https://www.youtube.com/channel/UCxD2E-bVoUbaVFL0Q3PvJTg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Pro Home Cooks (skill-building series)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https://www.youtube.com/@ProHomeCooks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Bring it all together at professional pace: timing, plating, and a real path into the industry.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You've reached the end - now go cook, and keep a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