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86868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2801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 i="0">
                <a:solidFill>
                  <a:srgbClr val="D8A24A"/>
                </a:solidFill>
                <a:latin typeface="Calibri"/>
              </a:rPr>
              <a:t>FROM ZERO TO PRO  -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600" b="1" i="0">
                <a:solidFill>
                  <a:srgbClr val="FBF6EC"/>
                </a:solidFill>
                <a:latin typeface="Georgia"/>
              </a:rPr>
              <a:t>Heat &amp; Cooking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0" i="1">
                <a:solidFill>
                  <a:srgbClr val="F0E6D2"/>
                </a:solidFill>
                <a:latin typeface="Calibri"/>
              </a:rPr>
              <a:t>Every dish is an application of heat; learn the methods and you can cook almost anything without a recipe.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Weeks 5-6  -  watch, study, cook, reflect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03  -  WEEKS 5-6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By the end of this module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0824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Distinguish dry-heat (saute, sear, roast, grill, fry) from moist-heat (steam, poach, simmer, braise) methods.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6207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Control a pan: preheating, fond, deglazing, and the Maillard reaction.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Choose the right method for a given ingredient.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44568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Use a thermometer and your senses to judge doneness.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How Heat Moves and Why Food Browns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Understand conduction, convection, radiation, and the browning reactions.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Conduction = contact, convection = moving fluid, radiation = waves.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Maillard browning (proteins + sugars) builds savory crust above ~300 deg F.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Caramelization is sugars browning alone - sweet and nutty.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Wet food steams and will not brown until the surface dries.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Crowding a pan so food steams in its own moisture and never browns.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Adding salt to meat right before searing, drawing moisture to the surface.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Expecting color from a method that stays at or below boiling.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3.2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Dry-Heat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Control sauteing, searing, roasting, grilling, and frying.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Preheat the pan before adding oil and food; a cold pan means no sear.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Let seared food sit undisturbed - it releases from the pan when crusted.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Do not crowd; cook in batches so heat stays high and food browns.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Fry at 325-375 deg F; too-cool oil makes greasy food.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Preheat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Heat the empty pan, then add a thin film of oil until it shimmers.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Lay 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Place food down away from you; do not move it.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Wait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Let the crust form; the food will release when ready.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Flip once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Turn a single time for an even, deep sear.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3.3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Moist-Heat and Combination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Steam, poach, simmer, and braise with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Poach at 160-180 deg F (a bare shiver), not a rolling boil.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Simmer = gentle bubbles (~185-205 deg F); boil = rolling (212 deg F).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Braise = sear, then slow-cook partly submerged in liquid.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Low and slow turns tough collagen into tender gelatin.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Brown the meat well on all sides for flavor and color.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Soften aromatics, deglaze, add just enough liquid to come partway up.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Lid on, low oven or low burner, until fork-tender.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Reduce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Strain and reduce the liquid into a glossy sauce.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3.4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Doneness, Resting, and the Pan Sauce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Judge doneness, use carryover and resting, and build a sauce from fond.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Use a thermometer; pull a few degrees early for carryover.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Rest meat so juices redistribute - slicing too soon loses moisture.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Fond (browned bits) is the base of a great pan sauce.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Deglaze, reduce, then finish with butter for body and shine.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Move the protein to a board; tent loosely while you make the sauce.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Pour 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Drain excess fat, leaving the fond and a little fat behind.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Deglaze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Add liquid and scrape up the fond as it dissolves.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Reduce and finish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Simmer to concentrate, then swirl in cold butter off heat.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03  -  WEEKS 5-6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Practice &amp;  homework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Cook the same vegetable three ways (roast, saute, steam); taste side by side and journal.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423160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Build and reduce a simple pan sauce from fond after searing.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423160"/>
            <a:ext cx="548640" cy="54864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Sear a protein to a target internal temperature using a thermometer.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03  -  WEEKS 5-6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Watch &amp;  learn (free)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1252728" y="2423160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24942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Ethan Chlebowski (the 'why' behind cooking)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0603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https://www.youtube.com/@EthanChlebowski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638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392424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1252728" y="3483864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J. Kenji Lopez-Alt (food science &amp; technique)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6674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https://www.youtube.com/@JKenjiLopezAlt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24528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453128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252728" y="4544568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3708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America's Test Kitchen (tested technique)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274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https://www.youtube.com/@AmericasTestKitchen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5175504" y="123444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4104" y="146304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5504" y="1828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 i="1">
                <a:solidFill>
                  <a:srgbClr val="FBF6EC"/>
                </a:solidFill>
                <a:latin typeface="Georgia"/>
              </a:rPr>
              <a:t>Every dish is an application of heat; learn the methods and you can cook almost anything without a recipe.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0" i="0">
                <a:solidFill>
                  <a:srgbClr val="F0E6D2"/>
                </a:solidFill>
                <a:latin typeface="Calibri"/>
              </a:rPr>
              <a:t>Next up - Module 04: Stocks, Soups &amp; the Five Mother Sauces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FROM ZERO TO PRO  -  THE SELF-TAUGHT CHEF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