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Baking &amp; Pastry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Baking is chemistry with deadlines; precision, ratios, and a scale replace improvisation.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15-16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Work by weight; understand baker's percentages.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a basic bread dough and understand gluten and fermentation.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Produce pie dough, a simple cake, and a custard dessert.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leavening: yeast, chemical, and mechanical.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Precision and Baker's Percentages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Work by weight and understand baker's percentages.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Weigh ingredients in grams; volume measures are unreliable for baking.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Flour = 100 percent; every other ingredient is a percent of flour weight.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Hydration = water as a percent of flour; it controls dough texture.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scale makes recipes repeatable and easy to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Measuring flour by the cup and getting wildly different amounts.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Eyeballing leaveners and salt, which need precision.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Ignoring ingredient temperature, which affects doughs and batters.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Bread and Gluten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basic dough and understand gluten and fermentation.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Gluten is the stretchy protein network that gives bread structure.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Develop it by kneading or by fold-and-rest cycles.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Fermentation builds flavor; slower and cooler is deeper.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Proof until puffy and jiggly, then bake hot to set crust and crumb.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Combine flour, water, salt, and yeast into a shaggy dough.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Knead or do stretch-and-folds to build gluten.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Ferment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Let it rise until roughly doubled and airy.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Shape and bake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Shape, proof, and bake in a hot oven.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Pie and Tart Dough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flaky, all-butter dough and blind-bake a shell.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Keep the butter cold and in pieces for flaky layers.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3-2-1 by weight: flour, fat, water.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 minimal water and do not overwork the dough.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Rest cold before rolling; blind-bake shells for wet fillings.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Cut in fat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cold butter into flour until pea-sized pieces remain.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Add 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Sprinkle in just enough ice water to bring it together.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Chill the disc to relax gluten and firm the butter.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Roll and chill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Roll evenly, shape, chill, then blind-bake if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9.4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Cakes and Custards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Bake a tender cake and set a simple custard dessert.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Creaming whips air into butter and sugar for a tender crumb.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 not overmix after adding flour, or the cake turns tough.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Bake custards gently, often in a water bath, for even setting.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Custard is done when set at the edges but still jiggly in the center.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Overmixing batter and getting a dense, rubbery cake.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Baking custard too hot, so it curdles and weeps.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Opening the oven early and collapsing a delicate cake.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Bake a simple loaf by weight; log hydration and crumb.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an all-butter pie dough and blind-bake a 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Bake one cake by the creaming method and evaluate crumb.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09  -  WEEKS 15-16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Brian Lagerstrom (ex-restaurant pro, approachable)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https://www.youtube.com/@BrianLagerstrom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America's Test Kitchen (tested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https://www.youtube.com/@AmericasTestKitchen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ChefSteps (modern technique &amp; sous vide)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https://www.youtube.com/channel/UCxD2E-bVoUbaVFL0Q3PvJTg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Baking is chemistry with deadlines; precision, ratios, and a scale replace improvisation.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10: Global Cuisines: French, Italian, Asian &amp; Latin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