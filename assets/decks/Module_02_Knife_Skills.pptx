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ZJy1ajvMU1k" TargetMode="External"/><Relationship Id="rId3" Type="http://schemas.openxmlformats.org/officeDocument/2006/relationships/hyperlink" Target="https://www.youtube.com/playlist?list=PL435B8F0CB00AF764" TargetMode="External"/><Relationship Id="rId4" Type="http://schemas.openxmlformats.org/officeDocument/2006/relationships/hyperlink" Target="https://www.youtube.com/@JKenjiLopezAl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Knife Skills &amp; Mise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Knife skills are the highest-leverage skill in cooking; build safe, consistent cuts before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3-4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Hold a chef's knife with the pinch grip and use the claw guiding hand.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Execute the standard cuts: slice, julienne, brunoise, dice, chiffonade, mince.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Break down an onion, carrot, and herbs cleanly and with minimal waste.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Hone and understand sharpening; care for your blade.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Knife and the Grip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Hold the knife with control using the pinch grip and the guiding claw.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Pinch grip on the blade gives control; gripping the handle alone is weak.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Claw hand: knuckles guide the blade, fingertips tuck safely away.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the knife's weight and curve do the work; do not force 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sharp knife is a safe knife - it does not slip.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Pinch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Thumb on one side of the blade, curled index finger on the other.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Curl guiding fingertips under; rest the blade's flat on your knuckles.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Keep the tip on the board and rock the blade through the cut.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Slide the claw hand back to set the next slice width.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Standard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Produce the classic cuts at consistent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Julienne = 1/8 inch matchsticks; brunoise = 1/8 inch dice from julienne.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Batonnet = 1/4 inch sticks; small dice = 1/4 inch cube from batonnet.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Square off rounded vegetables first so cuts are even and stable.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Even size beats speed - uniform pieces cook at the same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Square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Trim a round vegetable into a rectangular block for flat, stable sides.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Plank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Slice the block into even slabs.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Stack slabs and cut into sticks (julienne or batonnet).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Line up the sticks and cut across to make cubes.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Breaking Down Aromatics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Cut onion, garlic, shallot, and herbs cleanly with minimal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onions pole to pole and keep the root as a handle to hold layers together.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Smash garlic with the flat of the blade to skin it, then mince.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Dice shallots like miniature onions for fine, even aromatics.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Gather scraps into your garbage bowl to keep the board clear.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Halve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the onion pole to pole through the root and peel.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Make evenly spaced cuts toward (not through) the root.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Cross-cut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Slice across to drop an even dice; spacing sets the size.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Discard the root and gather the 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Honing, Sharpening, and Knife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Keep an edge that is sharp, aligned, and safe.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Honing realigns the edge (do it often); sharpening removes metal (do it seldom).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Hand-wash and dry knives right away; the dishwasher ruins edges and handles.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only on wood or plastic - glass and stone destroy the edge.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Store on a magnet strip or in-drawer guard, never loose in a drawer.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Never honing, then wondering why the knife slips and crushes.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Tossing a good knife in the dishwasher.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Trying to catch a falling knife - step back and let it drop.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The 5-pound onion drill: dice five onions, aiming for even pieces. Save for soups.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Film your grip and one dice; compare to a Pepin demo and note 3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Prep a full mise en place for one dinner before turning on any burner.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Gordon Ramsay - How to Master 5 Basic Cooking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https://www.youtube.com/watch?v=ZJy1ajvMU1k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Jacques Pepin - Techniques &amp; More (KQED)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https://www.youtube.com/playlist?list=PL435B8F0CB00AF764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J. Kenji Lopez-Alt (food science &amp; technique)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https://www.youtube.com/@JKenjiLopezAlt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Knife skills are the highest-leverage skill in cooking; build safe, consistent cuts before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03: Heat &amp; Cooking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