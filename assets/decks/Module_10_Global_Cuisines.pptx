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Global Cuisines: French, Italian, Asian &amp; Latin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Apply your fundamentals across four major traditions and learn the pantry and techniques of 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17-19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10  -  WEEKS 17-19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Cook a fresh pasta and an emulsified pasta sauce (Italian).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Build a stir-fry with wok hei principles (Asian).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Make a salsa, a braise, and handle masa basics (Latin).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Execute a classic French bistro plate end to 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Italian: Pasta and Sauce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Make fresh pasta and emulsify a pasta sauce properly.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 pasta in well-salted water to al dente - it finishes in the sauce.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Save starchy pasta water; it is the key to emulsified sauce.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Toss pasta and sauce hard in the pan to bind fat and water.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Sauce should coat the pasta, not pool around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Boil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Cook pasta in salted water until just shy of al dente.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Combine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Move pasta into the pan with the sauce and some pasta water.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Emulsify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Toss vigorously over heat until glossy and clinging.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Adjust with more water, cheese, or fat to a silky coat.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10.2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Asian: The Stir-Fry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Cook a fast, high-heat stir-fry with proper prep.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Prep everything first - stir-frying is too fast to chop mid-cook.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Use very high heat and cook in stages to avoid steaming.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Balance salty, sweet, sour, and umami in the sauce.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Aromatics (garlic, ginger, chili) go in fast and must not burn.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Prep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Cut everything to even sizes; line up in cooking order.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Heat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Get the wok or pan very hot before adding oil.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Cook in stages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Sear proteins, then vegetables, keeping things moving.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Sauce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Add the balanced sauce at the end and toss to coat.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10.3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Latin: Salsas and Braises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Build fresh salsas and a flavorful braise.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Salsas layer chiles, acid, alliums, and herbs for brightness.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Toasting or charring components deepens salsa and braise flavor.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Latin braises build from toasted chiles and spices, cooked low and slow.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Beans, rice, and masa complete the plate.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Skipping the toast/char step, leaving flavors flat.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Under-acidifying a salsa, so it tastes dull.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Rushing a braise before the meat is shreddable.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10.4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French Bistro Classics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Execute a classic French plate that ties earlier modules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Bistro plates combine a seared protein, a pan sauce, a vegetable, and a starch.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It is fundamentals done precisely, not exotic technique.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Season, rest, and sauce with care; keep vegetables vivid.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few mastered bistro dishes form a lifelong repertoire.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Treating 'simple' as 'careless' - bistro food exposes sloppy technique.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 pan sauce that is unbalanced or greasy.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Overcooked, dull vegetables next to a good protein.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10  -  WEEKS 17-19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Make fresh pasta by hand and sauce it with an emulsified butter or tomato sauce.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Cook a high-heat stir-fry with properly prepped mise en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Prepare one Latin braise plus a fresh salsa to accompany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10  -  WEEKS 17-19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J. Kenji Lopez-Alt (food science &amp; technique)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https://www.youtube.com/@JKenjiLopezAlt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Ethan Chlebowski (the 'why' behind cooking)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https://www.youtube.com/@EthanChlebowski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Pro Home Cooks (skill-building series)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https://www.youtube.com/@ProHomeCooks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85232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5513832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1252728" y="5605272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5431536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Brian Lagerstrom (ex-restaurant pro, approachable)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788152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https://www.youtube.com/@BrianLagerstrom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Apply your fundamentals across four major traditions and learn the pantry and techniques of 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11: Flavor, Seasoning &amp; Menu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