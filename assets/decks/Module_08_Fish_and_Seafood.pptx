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AmericasTestKitchen" TargetMode="External"/><Relationship Id="rId3" Type="http://schemas.openxmlformats.org/officeDocument/2006/relationships/hyperlink" Target="https://www.youtube.com/@EthanChlebowski" TargetMode="External"/><Relationship Id="rId4" Type="http://schemas.openxmlformats.org/officeDocument/2006/relationships/hyperlink" Target="https://www.youtube.com/channel/UCxD2E-bVoUbaVFL0Q3PvJT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Proteins II: Fish &amp; Seafood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Seafood is delicate, fast, and unforgiving of overcooking; learn to buy, store, and cook it with confidence.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 14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08  -  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Judge freshness and store seafood correctly.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Pan-sear fish for crisp skin; poach and steam delicate fillets.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Cook shellfish (shrimp, mussels, scallops) to just-done.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Portion a fillet and remove pin bones.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Buying and Storing Seafood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Choose fresh seafood and store it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Fresh fish smells briny and clean, never sour; flesh is firm and springy.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Frozen-at-sea fish can beat tired 'fresh' fish at the counter.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Store cold, dry, and well-wrapped; cook within a day or two.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Buy when it is freshest and plan the meal around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Buying fish that smells strongly fishy or looks dull and gaping.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Letting seafood sit warm or swim in its own liquid.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Holding fresh fish for days before cooking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Pan-Searing Fish for Crisp Skin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Get crisp skin and a moist interior on a fillet.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Dry skin + preheated pan + a brief press = crisp, flat skin.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mostly on the skin side; flip only to finish.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Pull fish a little early - it cooks on off heat.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Done = opaque and just-firm, flaking but still juicy.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Dry and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Pat the fillet bone-dry; salt the skin.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Lay skin-down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Place into a hot, oiled pan, skin-side down.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Press gently for a few seconds so the skin stays flat.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Flip 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Cook through on the skin, then flip briefly to finish.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Poaching and Steaming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delicate fish gently in liquid or vapor.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Poach in barely-simmering liquid; never let it boil hard.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Court bouillon (aromatic poaching liquid) adds flavor and becomes a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Steaming preserves texture and takes well to aromatics.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Stop as soon as the flesh turns opaque.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Boiling the poaching liquid, which toughens and shreds the fish.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Over-steaming until the fish is dry.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Crowding the steamer so it cooks unevenly.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8.4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Shellfish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shrimp, mussels, and scallops to just-done.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Shrimp: a loose C and opaque flesh is done; a tight O is overcooked.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Mussels/clams steam open in minutes; discard any that stay shut.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the broth shellfish release as an instant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Scallops: bone-dry, hot pan, hard sear, barely-warm center.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Pat shellfish very dry for searing; rinse and debeard mussels.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High 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Use a hot pan for scallops; a covered pot for mussels.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Watch closely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Pull shrimp/scallops at just-done; mussels when open.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Sauce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Build a quick pan broth from the released liquid.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08  -  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Pan-sear a skin-on fillet to crisp skin without tearing.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Steam mussels and build a quick pan broth to serve with bread.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scallops with a proper sear and a barely-warm center.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08  -  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America's Test Kitchen (tested technique)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https://www.youtube.com/@AmericasTestKitchen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Ethan Chlebowski (the 'why' behind cooking)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https://www.youtube.com/@EthanChlebowski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ChefSteps (modern technique &amp; sous vide)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https://www.youtube.com/channel/UCxD2E-bVoUbaVFL0Q3PvJTg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Seafood is delicate, fast, and unforgiving of overcooking; learn to buy, store, and cook it with confidence.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09: Baking &amp; Pastry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