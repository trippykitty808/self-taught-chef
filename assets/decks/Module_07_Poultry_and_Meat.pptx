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sFtpo1nxX_k" TargetMode="External"/><Relationship Id="rId3" Type="http://schemas.openxmlformats.org/officeDocument/2006/relationships/hyperlink" Target="https://www.youtube.com/@JKenjiLopezAlt" TargetMode="External"/><Relationship Id="rId4" Type="http://schemas.openxmlformats.org/officeDocument/2006/relationships/hyperlink" Target="https://www.youtube.com/@BrianLagerstr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Proteins I: Poultry &amp; Meat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Butchery basics, the big roasting and braising methods, and judging meat by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12-13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Break down a whole chicken into eight pieces.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Roast, sear, and braise meat and poultry to target temperatures.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cuts: which are for fast heat vs. low-and-slow.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Rest meat and build a pan sauce or jus.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Meat Science and Buying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muscle, fat, and collagen so you can match cut to method.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Tough, hard-working cuts (chuck, shank) want low-and-slow moist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Tender cuts (loin, rib) want fast, dry, high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Marbling = intramuscular fat = flavor and juiciness.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meat temper toward room temp before cooking for even doneness.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Grilling a tough braising cut, leaving it chewy.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Slow-braising a tender steak cut, drying it out.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Cooking ice-cold meat, so the outside overcooks before the center warms.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Breaking Down a Whole Chicken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Fabricate a whole chicken into eight pieces and save the carcass.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The eight-piece cut: 2 drumsticks, 2 thighs, 2 wings, 2 breasts.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through joints, not bone - find the gap and the knife glides.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the carcass and trim for stock (Module 4).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sharp boning or chef's knife and deliberate cuts do the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Legs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the skin, bend the leg back to pop the hip, and cut through.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Separate drumstick from thigh at the knee joint.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Remove each wing at the shoulder joint.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Breasts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along the keel bone to free each breast from the carcass.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Roasting and Searing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Roast poultry and sear steaks to a target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Dry the skin and season well for crisp roast chicken; breast to 165 deg 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Sear in a preheated pan and do not move the meat until it crusts.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Reverse sear thick steaks: gentle oven, then a hard finishing sear.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to temperature, then rest before slicing.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Dry and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Pat dry, salt ahead, and let the surface dry.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Roast or sear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High oven for poultry; preheated pan for steaks.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Check 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Pull a few degrees early for carryover.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Rest before carving or slicing to keep juices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Braising Tough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Turn a cheap, tough cut into something tender and rich.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Sear hard first - that browning is most of the flavor.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 liquid only partway up the meat; full submersion boils, not braises.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a bare simmer (a low oven gives steady, even heat).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Reduce the strained braising liquid into the sauce.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Brown the meat deeply on all sides; remove.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aromatics, deglaze, return the meat with partial liquid.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Braise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Cover and cook low until fork-tender.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Skim, strain, and reduce the liquid to a sauce.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Break down a whole chicken; save the carcass for stock (Module 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Roast a chicken to 165 deg F in the breast and rest it; evaluate juiciness.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Braise a tough cut until fork-tender; reduce the braising liquid into sauce.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Jacques Pepin - Classic Roast Chicken (KQED)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https://www.youtube.com/watch?v=sFtpo1nxX_k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J. Kenji Lopez-Alt (food science &amp;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https://www.youtube.com/@JKenjiLopezAlt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Brian Lagerstrom (ex-restaurant pro, approachable)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https://www.youtube.com/@BrianLagerstrom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Butchery basics, the big roasting and braising methods, and judging meat by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08: Proteins II: Fish &amp; Seafood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