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EthanChlebowski" TargetMode="External"/><Relationship Id="rId3" Type="http://schemas.openxmlformats.org/officeDocument/2006/relationships/hyperlink" Target="https://www.youtube.com/@aragusea" TargetMode="External"/><Relationship Id="rId4" Type="http://schemas.openxmlformats.org/officeDocument/2006/relationships/hyperlink" Target="https://www.youtube.com/@internetshaquill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Flavor, Seasoning &amp; Menu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Move from following recipes to composing dishes by learning to taste, balance, and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20-21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11  -  WEEKS 20-21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Season confidently with salt, acid, fat, and heat.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Diagnose and fix an under-seasoned or unbalanced dish.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Build flavor with aromatics, herbs, spices, and umami.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Design a small, coherent multi-course menu.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Salt, Fat, Acid,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Use the four levers that make food taste good.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 amplifies flavor; most home cooking is under-salted.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Fat carries flavor and builds richness and texture.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Acid brightens and balances; it is the most often missing element.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Season throughout and taste constantly, not just at the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Salting only at the end instead of in layers.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Forgetting acid, leaving rich dishes heavy and dull.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Fearing salt and serving flat food.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Tasting and Adjusting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Build the habit of tasting and diagnosing a dish.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Taste at every stage; the spoon is your most important tool.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Ask 'what does this need?' and change one thing at a time.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Flat = salt, heavy = acid, thin = fat/reduction, harsh = time/sweetness.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Adjusting is a loop: taste, diagnose, adjust, taste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Not tasting until the food is plated.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Changing several things at once and losing track of cause and effect.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Over-correcting past the balance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Building Flavor Bases and Umami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Layer aromatics, spices, and umami for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Start from a slowly softened aromatic base (mirepoix, sofrito, trinity).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Toast whole spices and bloom ground spices in fat for more flavor.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Umami (tomato, mushroom, cheese, soy, fish sauce, stock) adds savory depth.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Finish with fresh contrast - herbs, acid, crunch.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Rushing the aromatic base so it never builds flavor.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Adding spices raw at the end instead of blooming them.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Relying on salt alone for depth instead of umami.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Menu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Design a small, coherent multi-course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Vary richness, texture, temperature, and color across courses.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Balance a heavy course with a lighter, brighter one.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Design for logistics - not everything can finish at once.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seasonal, affordable ingredients and write a prep timeline.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Three rich courses in a row that exhaust the palate.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menu where every dish needs the oven at 7:00 sharp.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Ignoring season and cost, making the meal expensive and flat.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11  -  WEEKS 20-21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Take one bland dish and fix it using only salt, acid, fat, and heat; document each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Develop one original dish and write it as a formal recipe card (template provided).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Design a three-course menu with a shopping list and timeline.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11  -  WEEKS 20-21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Ethan Chlebowski (the 'why' behind cooking)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https://www.youtube.com/@EthanChlebowski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Adam Ragusea (practical home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https://www.youtube.com/@aragusea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Internet Shaquille (efficiency &amp; fundamentals)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https://www.youtube.com/@internetshaquille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Move from following recipes to composing dishes by learning to taste, balance, and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12: The Professional Kitchen: Line, Plating &amp; Career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