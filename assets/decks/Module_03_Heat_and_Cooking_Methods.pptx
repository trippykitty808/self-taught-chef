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EthanChlebowski" TargetMode="External"/><Relationship Id="rId3" Type="http://schemas.openxmlformats.org/officeDocument/2006/relationships/hyperlink" Target="https://www.youtube.com/@JKenjiLopezAlt" TargetMode="External"/><Relationship Id="rId4" Type="http://schemas.openxmlformats.org/officeDocument/2006/relationships/hyperlink" Target="https://www.youtube.com/@AmericasTestKitche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Heat &amp; Cooking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Every dish is an application of heat; learn the methods and you can cook almost anything without a recipe.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5-6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03  -  WEEKS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Distinguish dry-heat (saute, sear, roast, grill, fry) from moist-heat (steam, poach, simmer, braise) methods.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Control a pan: preheating, fond, deglazing, and the Maillard reaction.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Choose the right method for a given ingredient.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Use a thermometer and your senses to judge doneness.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How Heat Moves and Why Food Browns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Understand conduction, convection, radiation, and the browning reactions.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Conduction = contact, convection = moving fluid, radiation = waves.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Maillard browning (proteins + sugars) builds savory crust above ~300 deg 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Caramelization is sugars browning alone - sweet and nutty.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Wet food steams and will not brown until the surface dries.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Crowding a pan so food steams in its own moisture and never browns.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Adding salt to meat right before searing, drawing moisture to the surface.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Expecting color from a method that stays at or below boiling.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Dry-Heat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Control sauteing, searing, roasting, grilling, and frying.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Preheat the pan before adding oil and food; a cold pan means no sear.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 seared food sit undisturbed - it releases from the pan when crusted.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 not crowd; cook in batches so heat stays high and food browns.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Fry at 325-375 deg F; too-cool oil makes greasy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Preheat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Heat the empty pan, then add a thin film of oil until it shimmers.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Lay 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Place food down away from you; do not move it.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Let the crust form; the food will release when ready.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Flip 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Turn a single time for an even, deep sear.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Moist-Heat and Combination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Steam, poach, simmer, and braise with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Poach at 160-180 deg F (a bare shiver), not a rolling boil.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Simmer = gentle bubbles (~185-205 deg F); boil = rolling (212 deg F).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Braise = sear, then slow-cook partly submerged in liquid.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Low and slow turns tough collagen into tender gelatin.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Brown the meat well on all sides for flavor and color.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Soften aromatics, deglaze, add just enough liquid to come partway up.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Lid on, low oven or low burner, until fork-tender.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Reduce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Strain and reduce the liquid into a glossy sauce.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Doneness, Resting, and the Pan Sauce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Judge doneness, use carryover and resting, and build a sauce from fond.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a thermometer; pull a few degrees early for carryover.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Rest meat so juices redistribute - slicing too soon loses moisture.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Fond (browned bits) is the base of a great pan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Deglaze, reduce, then finish with butter for body and shine.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Move the protein to a board; tent loosely while you make the sauce.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Pour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Drain excess fat, leaving the fond and a little fat behind.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Deglaze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liquid and scrape up the fond as it dissolves.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Reduce and 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Simmer to concentrate, then swirl in cold butter off heat.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03  -  WEEKS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the same vegetable three ways (roast, saute, steam); taste side by side and journal.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Build and reduce a simple pan sauce from fond after searing.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Sear a protein to a target internal temperature using a thermometer.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03  -  WEEKS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Ethan Chlebowski (the 'why' behind cooking)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https://www.youtube.com/@EthanChlebowski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J. Kenji Lopez-Alt (food science &amp;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https://www.youtube.com/@JKenjiLopezAlt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America's Test Kitchen (tested technique)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https://www.youtube.com/@AmericasTestKitchen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Every dish is an application of heat; learn the methods and you can cook almost anything without a recipe.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04: Stocks, Soups &amp; the Five Mother Sauces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