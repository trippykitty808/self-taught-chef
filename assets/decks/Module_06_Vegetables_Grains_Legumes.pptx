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EthanChlebowski" TargetMode="External"/><Relationship Id="rId3" Type="http://schemas.openxmlformats.org/officeDocument/2006/relationships/hyperlink" Target="https://www.youtube.com/@ProHomeCooks" TargetMode="External"/><Relationship Id="rId4" Type="http://schemas.openxmlformats.org/officeDocument/2006/relationships/hyperlink" Target="https://www.youtube.com/@JKenjiLopezAl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Vegetables, Grains &amp; Legumes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Treat vegetables, grains, and legumes with the same rigor as protein and your whole cooking improves.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Weeks 10-11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06  -  WEEKS 10-11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Blanch, shock, glaze, roast, and puree vegetables.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Cook rice, grains, and legumes to correct texture.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Build a balanced vegetarian plate.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Preserve color, nutrients, and texture.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Blanching, Shocking, and Boiling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vegetables in water while keeping color and texture.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Blanch in heavily salted boiling water, then ice-shock to set color.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 the water 'like the sea' to season vegetables from within.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 green vegetables uncovered to preserve their color.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Do not crowd the pot; work in batches to keep the water hot.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Boil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Bring a big pot of heavily salted water to a rolling boil.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Blanch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Add the vegetable and cook until just crisp-tender.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Shock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Plunge into ice water to stop cooking and lock in color.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Drain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Drain well before saucing or storing.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Roasting, Sauteing, and Glazing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Use dry heat and glazing to concentrate vegetable flavor.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Roast hot (400-450 deg F) in a single, uncrowded layer.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Use enough oil and salt; dry surfaces brown, wet ones steam.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Saute quicker vegetables with movement and high heat.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Glaze roots in stock, butter, and a little sugar to a shiny coat.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Crowding the sheet pan so vegetables steam and stay pale.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Skimping on oil or salt, so nothing caramelizes.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Stirring roasting vegetables constantly, preventing a crust.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6.3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Rice and Grains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rice and grains to the right texture, including risotto.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Most grains cook by absorption at a fixed liquid ratio, then rest.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Pilaf method: toast the grain in fat first for separate, nutty grains.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Risotto gets creamy from stirring out starch, not from cream.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Finish risotto off heat with butter and cheese for gloss.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Toast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For pilaf/risotto, toast the grain in fat until fragrant.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Add liquid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Absorption: add it all; risotto: a ladle at a time.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Simmer covered (absorption) or stir constantly (risotto).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Rest or finish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Rest absorption grains; mantecare risotto with butter and cheese.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6.4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Legumes and Purees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Cook beans and lentils well and make smooth purees.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Soak most dried beans to even the cook; lentils need no soak.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 legumes while cooking - it seasons through and does not toughen them.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Cook beans until fully creamy inside, not chalky.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Blend purees with their liquid and fat; season boldly and strain.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Boiling beans hard, which bursts skins and makes them mushy outside, raw inside.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Under-seasoning purees, which taste flat after blending.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Adding acid (tomato, vinegar) early, which can keep beans 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06  -  WEEKS 10-11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Blanch and shock a green vegetable; compare to one boiled to death.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Cook a risotto, stirring for proper creaminess without cream.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Build a fully vegetarian dinner plate that you would pay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06  -  WEEKS 10-11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2"/>
              </a:rPr>
              <a:t>Ethan Chlebowski (the 'why' behind cooking)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2"/>
              </a:rPr>
              <a:t>https://www.youtube.com/@EthanChlebowski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3"/>
              </a:rPr>
              <a:t>Pro Home Cooks (skill-building series)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3"/>
              </a:rPr>
              <a:t>https://www.youtube.com/@ProHomeCooks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  <a:hlinkClick r:id="rId4"/>
              </a:rPr>
              <a:t>J. Kenji Lopez-Alt (food science &amp; technique)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  <a:hlinkClick r:id="rId4"/>
              </a:rPr>
              <a:t>https://www.youtube.com/@JKenjiLopezAlt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Treat vegetables, grains, and legumes with the same rigor as protein and your whole cooking improves.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07: Proteins I: Poultry &amp; Meat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