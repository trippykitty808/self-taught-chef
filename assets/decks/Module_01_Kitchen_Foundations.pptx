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internetshaquille" TargetMode="External"/><Relationship Id="rId3" Type="http://schemas.openxmlformats.org/officeDocument/2006/relationships/hyperlink" Target="https://www.youtube.com/@aragusea" TargetMode="External"/><Relationship Id="rId4" Type="http://schemas.openxmlformats.org/officeDocument/2006/relationships/hyperlink" Target="https://www.fsis.usda.gov/food-safety/safe-food-handling-and-preparation/food-safety-basics/safe-temperature-chart" TargetMode="External"/><Relationship Id="rId5" Type="http://schemas.openxmlformats.org/officeDocument/2006/relationships/hyperlink" Target="https://www.foodsafety.gov/food-safety-charts/safe-minimum-internal-temperature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Kitchen Foundations: Safety, Sanitation &amp;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A safe, clean, organized kitchen is the platform every other skill stands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1-2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01  -  WEEKS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Practice the core rules of food safety: the temperature danger zone, cross-contamination, and FIFO storage.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Set up an efficient, sanitary workstation and clean as you go.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Identify the essential tools and how to maintain them.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Read a recipe like a pro: scaling, mise en place, and timing.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Food Safety and the Temperature Danger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Keep food out of the temperature range where bacteria multiply fastest.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Danger zone: 40-140 deg F (4-60 deg C); limit total time there to under 2 hours.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An instant-read thermometer is the only reliable doneness test - buy one.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Thaw in the fridge, in cold water, or in the microwave - never on the counter.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Cool hot leftovers quickly (shallow containers) before refrigerating.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Chill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Keep your fridge at or below 40 deg F; verify with a fridge thermometer.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Separate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Store raw meat on the bottom shelf so it cannot drip onto other food.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Use a thermometer to hit safe internal temps (see Reference Library).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Get leftovers below 40 deg F within a couple hours; divide into shallow pans.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Sanitation and Cross-Contamination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Stop harmful bacteria from moving between raw foods, surfaces, and ready-to-eat foods.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separate boards: one for raw protein, one for produce and ready-to-eat foods.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Wash hands 20 seconds with soap after handling raw meat, eggs, or trash.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Clean removes visible soil; sanitizing kills microbes - do both on surfaces.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Be aware of the top allergens when cooking for others (e.g., nuts, shellfish, dairy).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Slicing salad on the same board you just cut raw chicken 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Wiping hands on a towel instead of washing them.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Tasting with a spoon and double-dipping it back into the pot.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Setting Up Your Station and the Mise en Place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Organize a workspace so cooking is calm execution, not a scramble.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Prep everything before you turn on a burner; reading mid-cook costs you control.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a 'garbage bowl' on the counter to keep your board clear.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Set a damp towel under your cutting board so it cannot slip.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Clean as you go - idle minutes are for washing, wiping, and resetting.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Starting to cook with half the ingredients still in the fridge.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Letting scraps and dirty tools pile up until the station is unusable.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Hunting for a tool while food burns.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Reading, Scaling, and Timing a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Read a recipe like a plan, not a story, and run it on a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Read the whole recipe twice before starting; note the prep hidden inside the steps.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Work by weight (grams) when you can - it scales cleanly and travels between recipes.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Build a backward timeline from serving time so components finish together.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 and cook times do not scale perfectly; taste and check, do not just multiply.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Discovering 'marinate overnight' an hour before dinner.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Doubling a recipe in a pan too small to brown - everything steams.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Following volumes for baking instead of weighing.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01  -  WEEKS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Deep-clean and reorganize your kitchen using FIFO; photograph before/after.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Print the Temperature &amp; Doneness guide and post it inside a cabinet door.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Write your own one-page kitchen safety checklist and follow it for one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01  -  WEEKS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Internet Shaquille (efficiency &amp; fundamentals)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https://www.youtube.com/@internetshaquille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Adam Ragusea (practical home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https://www.youtube.com/@aragusea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USDA FSIS - Safe Minimum Internal Temperature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https://www.fsis.usda.gov/food-safety/safe-food-handling-and-preparation/food-safety-basics/safe-temperature-chart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2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513832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1252728" y="5605272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431536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5"/>
              </a:rPr>
              <a:t>FoodSafety.gov - Safe Minimum Internal Temperatures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78815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5"/>
              </a:rPr>
              <a:t>https://www.foodsafety.gov/food-safety-charts/safe-minimum-internal-temperatures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A safe, clean, organized kitchen is the platform every other skill stands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02: Knife Skills &amp; Mise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